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Inter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5265B9-B913-4E78-9389-72264BA794E2}">
  <a:tblStyle styleId="{C35265B9-B913-4E78-9389-72264BA794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33" Type="http://schemas.openxmlformats.org/officeDocument/2006/relationships/font" Target="fonts/InterExtraBold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Extra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Sua Versão </a:t>
            </a:r>
            <a:r>
              <a:rPr b="1" i="0" lang="en-US" sz="5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Digital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no WhatsApp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161151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 sistema de automação com IA que filtra, simula e entrega leads 100% qualificados para corretores de alta performance.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100965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Desafio do Corretor Moderno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12858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Por que você ainda perde tempo com leads que o banco não aprova?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523875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43187"/>
            <a:ext cx="523875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3033712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Atendimento Tradicional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3538537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Dias conversando com "curiosos".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Recolhimento manual de dados sensíveis.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Frustração: O banco nega o crédito após semanas de trabalho.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72275" y="3033712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Foco no Que Importa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3538537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Apenas leads pré-aprovados.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Simulação bancária feita em minutos.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Atendimento focado apenas no fechamento do contrato.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 Custo da Operação Manual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526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27432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Imagine uma IA prestativa e educada que atende 24h por dia. Ela não apenas tira dúvidas, ela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investiga o perfil financeiro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do cliente com empatia, preparando o terreno para você.</a:t>
            </a:r>
            <a:endParaRPr/>
          </a:p>
        </p:txBody>
      </p:sp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62125"/>
            <a:ext cx="22955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41529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Atendimento Humano-Like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460057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Disponibilidade Instantânea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5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529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Filtro Inteligente no WhatsApp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5275" y="100965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Fluxo de Inteligência e Simulação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12858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Deixe a burocracia matemática com a nossa inteligência artificial.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8862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28862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28862"/>
            <a:ext cx="3492549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794225" y="3386137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Primeiro Contato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66775" y="38909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IA recebe o lead, tira dúvidas iniciais e inicia a coleta de dados de renda.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4572524" y="3386137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Simulação Bancária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4645074" y="38909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Cruzamento de dados para verificar a viabilidade de crédito em tempo real.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350824" y="3386137"/>
            <a:ext cx="3047099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Alerta de Fechamento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423374" y="425291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Você recebe a notificação: "Lead Aprovado". Hora de entrar e assinar.</a:t>
            </a:r>
            <a:endParaRPr/>
          </a:p>
        </p:txBody>
      </p:sp>
      <p:pic>
        <p:nvPicPr>
          <p:cNvPr descr="image.png" id="142" name="Google Shape;1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66223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5025" y="266223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749" y="266223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 Jornada do Lead Qualificado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45053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sistema elimina 90% do ruído no seu WhatsApp, permitindo focar 100% em quem tem dinheiro no bolso.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Impacto na Conversão de Vendas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295275" y="100965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Tecnologia Sem Fronteiras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71500" y="12858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Infraestrutura moderna que não depende do seu hardware local.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1228725" y="3019425"/>
            <a:ext cx="3657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100%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1228725" y="4448175"/>
            <a:ext cx="3657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Nuvem (Cloud)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6200775" y="3033712"/>
            <a:ext cx="5000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Zero Dependência Local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6200775" y="3538537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sistema não roda no seu PC ou celular. Ele vive na nuvem. Se o seu telefone descarregar ou sua internet cair,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IA continua atendendo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seus clientes e fechando negócios por você.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Independência Tecnológica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62125"/>
            <a:ext cx="32004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6381750" y="2505075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Eu Estou Aqui Por Você</a:t>
            </a:r>
            <a:endParaRPr/>
          </a:p>
        </p:txBody>
      </p:sp>
      <p:sp>
        <p:nvSpPr>
          <p:cNvPr id="180" name="Google Shape;180;p22"/>
          <p:cNvSpPr txBox="1"/>
          <p:nvPr/>
        </p:nvSpPr>
        <p:spPr>
          <a:xfrm>
            <a:off x="6381750" y="30099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Enquanto a IA atende, eu monitoro o status do sistema em tempo real. Qualquer oscilação é resolvida antes mesmo de você perceber.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6381750" y="406717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Minha Manutenção Garante: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Estabilidade do WhatsApp API.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Atualização de regras bancárias.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• Correção instantânea de falhas.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Monitoramento e Suporte 24/7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p23"/>
          <p:cNvGraphicFramePr/>
          <p:nvPr/>
        </p:nvGraphicFramePr>
        <p:xfrm>
          <a:off x="571500" y="24622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{C35265B9-B913-4E78-9389-72264BA794E2}</a:tableStyleId>
              </a:tblPr>
              <a:tblGrid>
                <a:gridCol w="3641375"/>
                <a:gridCol w="3953175"/>
                <a:gridCol w="3454450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Serviço de Manutenção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 Que Inclui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Seu Benefício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Monitoramento 24h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Interface de controle dedicada.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Paz de espírito total.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Hospedagem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Servidores de alta performance.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gasto com hardware.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Suporte Técnico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Resolução pró-ativa de falhas.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Sistema sempre disponível.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23"/>
          <p:cNvSpPr/>
          <p:nvPr/>
        </p:nvSpPr>
        <p:spPr>
          <a:xfrm>
            <a:off x="571500" y="3186112"/>
            <a:ext cx="3641377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4212877" y="3186112"/>
            <a:ext cx="3953172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8166050" y="3186112"/>
            <a:ext cx="3454449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Gestão e Sustentabilidade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295275" y="5715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Pronto para Escalar?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2286000" y="177165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Pare de perder tempo com quem não compra. Comece a vender para quem já está aprovado.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571500" y="2979241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Fale com o desenvolvedor e ative seu sistema hoje.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/>
          <p:nvPr/>
        </p:nvSpPr>
        <p:spPr>
          <a:xfrm>
            <a:off x="571500" y="291762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6169"/>
            <a:ext cx="16383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1666875" y="306050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http://static1.squarespace.com/static/58e3d2ecf7e0abde3bde1ddb/5ad90234f950b7a3b55d0bd5/6887c040380ce02148c4de12/1763511892299/u3895675146_Smiling_modern_real_estate_agent_multi-tasking_au_381ee009-d0ea-4547-90b8-cb132c42c939_1.jpg?format=1500w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1666875" y="35043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realoffice360.com</a:t>
            </a:r>
            <a:endParaRPr/>
          </a:p>
        </p:txBody>
      </p:sp>
      <p:pic>
        <p:nvPicPr>
          <p:cNvPr descr="image.png" id="212" name="Google Shape;21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49030"/>
            <a:ext cx="116205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1666875" y="404336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https://png.pngtree.com/thumb_back/fw800/background/20250828/pngtree-dark-room-with-multiple-monitors-displaying-code-in-high-tech-setup-image_17931750.webp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1666875" y="44871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